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EF1F-0CEE-F655-1058-47D5F778E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36062-162A-8508-369B-AAE841A8C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5405E-F1C2-1A33-B411-F972ACA2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67EDA-EF21-945A-443B-DBC526A8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6DDA6-0935-E591-90DA-AA911D773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71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8481-AFD0-D4F1-31A7-512CB8975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B3049-84EC-77ED-8BE4-DFB40B885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4C6B1-2448-7207-7BB8-BD91D73A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87123-66C8-7167-AAB3-EFED6452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D0FC0-BB33-378C-0BC6-79DEAC9E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76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E6927-E821-0996-9732-D64D09E38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F8B69-2EEC-DB22-A1BC-B32EBB77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2C22C-9E21-4A57-B1FB-A85AEEB6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6A7AC-28B1-26F5-42A9-D33D9104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DB09-DEBF-9BE2-D2C6-7BD8C992E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1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3EB0-A694-59E7-A0B4-0245CABB1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42E1A-658D-18D8-5EA0-5A5EC95C1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5765B-CDD7-BBFC-72CC-4BCBC4189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FCAEE-8073-A51F-9B7F-C18D73EB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AF3D5-87A7-DA3B-B06E-24E585D5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EE182-58E2-7390-6204-87884264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48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F8A4-3C20-0E13-CEBF-F4B9BBF1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F71DE-FFD6-BEFE-4220-B309B1083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D9B7B-BDAF-50F0-C544-4B0131A45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A7402-52CF-5FFF-04C8-906F7435EA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97141-40E9-4D52-6CED-7967F2565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C686B-29E2-F151-DC71-EC7C7CE7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E3723-2835-E22F-4298-E5F5639C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2E391-BABB-8243-3642-536A78CF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58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E06B-DAD5-D26B-E0EF-F1A13362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9B94C-3F04-C68B-021B-A62EC99D2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61694-2583-CC4E-69F6-639A54B4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F1FEF-9D4C-DF05-4A9F-F95C5E4C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182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FD1F29-5D1C-75D9-3009-C90D5C87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166C8-A5C0-9471-DA0A-0905FAA3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A6718-9543-1850-435A-F9BF7FB3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80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B6FDC-FF01-CD11-07F8-C6376FFF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4DC72-5BD9-A619-78F6-1649EC3DA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74B8D-3507-7B55-6825-AA7614209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E5738-7B10-99D3-1BE4-7F3F8AF30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9F58-64D5-4416-61EE-87530BDC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74AD5-D654-8A09-C1BA-89509072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73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7A02-7CDF-2AC9-58CC-BC9A8034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771637-8404-17BC-212A-E1EA34626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D2F95-CDF3-C26F-D915-022CD701C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64D84-2097-3938-B29B-00330983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AA98B-7DC2-3CC5-C1BC-593A1236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EABA7-76C5-4C98-1F48-62EB4C8C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275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C565-E11B-78C3-B815-FE6841153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E22BC-E555-FDC8-D818-65FDCA451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5A5A6-1F3C-80D3-5BFA-D8769230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60125-9327-99B2-5BEB-D5BC4D7B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643E-BDAF-56DB-27E4-90774678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7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59B09A-8034-422F-1264-CEA867A92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B8406-49CF-3551-8E83-113FEC362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381D9-5A96-6A18-3B66-DF14E691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A1463-DC1A-4C89-A280-B7D73002B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74B7B-2F6F-9F94-A8DD-40ED88C4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74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95FEDB-BC1D-8204-AD67-F68FBDDA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B70F6-57E2-537E-17FE-4D76E8973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6D0FE-7F04-864B-781E-03BB70764D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9ECBA-407E-4802-A345-101D54CC421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27D5D-F231-6ADA-06D1-441A03065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CACCA-BB05-B890-0AA1-6A43BA9D6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6E665-97FE-4941-BE07-8FEEB52E1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32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8A72-AC1D-5CB7-67B0-5933FC1297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Attach Percentage Analysis – Jumbo &amp; Company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4A892-6664-C60F-22C7-4FCD7FF603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Science Internship Assignment</a:t>
            </a:r>
            <a:br>
              <a:rPr lang="en-US" dirty="0"/>
            </a:br>
            <a:r>
              <a:rPr lang="en-US" dirty="0"/>
              <a:t>By: Ketan Chauhan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31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329D-FDD2-56EF-07B4-C45699FE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this task?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DD1D4-D59A-650B-38F5-085FDF67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Analyzed device insurance attach % across Jumbo &amp; Company stores</a:t>
            </a:r>
          </a:p>
          <a:p>
            <a:r>
              <a:rPr lang="en-IN" dirty="0"/>
              <a:t>Data covers Aug–Dec</a:t>
            </a:r>
          </a:p>
          <a:p>
            <a:r>
              <a:rPr lang="en-US" dirty="0"/>
              <a:t>Attach % shows insurance adoption rate</a:t>
            </a:r>
          </a:p>
          <a:p>
            <a:r>
              <a:rPr lang="en-US" dirty="0"/>
              <a:t>Objective: derive insights &amp; predict January attach 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18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34CC-C464-70F5-1657-4E502014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Month-wise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941BE30-F075-5D05-E614-E98BB0AA5D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1" y="2729508"/>
            <a:ext cx="5181600" cy="254357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D13A2-C3F3-E434-8823-A881C88EF5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Attach % shows variation across months</a:t>
            </a:r>
          </a:p>
          <a:p>
            <a:r>
              <a:rPr lang="en-US" dirty="0"/>
              <a:t>Trend indicates performance change over time</a:t>
            </a:r>
          </a:p>
          <a:p>
            <a:r>
              <a:rPr lang="en-IN" dirty="0"/>
              <a:t>Helps identify seasonality</a:t>
            </a:r>
          </a:p>
        </p:txBody>
      </p:sp>
    </p:spTree>
    <p:extLst>
      <p:ext uri="{BB962C8B-B14F-4D97-AF65-F5344CB8AC3E}">
        <p14:creationId xmlns:p14="http://schemas.microsoft.com/office/powerpoint/2010/main" val="298929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3DC1-EDDE-59CB-129E-1970245A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Branch-wise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BFA246-71A6-DC11-E539-79ACB4BDD8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5" y="2705894"/>
            <a:ext cx="5181600" cy="25908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DD2B-DDCD-1215-6131-D82FA3650B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branches consistently outperform others</a:t>
            </a:r>
          </a:p>
          <a:p>
            <a:r>
              <a:rPr lang="en-IN" dirty="0"/>
              <a:t>Branch-level practices impact attach %</a:t>
            </a:r>
          </a:p>
          <a:p>
            <a:r>
              <a:rPr lang="en-US" dirty="0"/>
              <a:t>Opportunity to replicate best practices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292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4C6F-5C67-287B-1120-B605883E8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Store Performance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F27381-5C71-3EE9-3965-9890BE94EE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2058194"/>
            <a:ext cx="5181600" cy="38862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14759-C235-4D55-C566-513D453833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Stores categorized as High / Medium / Low performers</a:t>
            </a:r>
          </a:p>
          <a:p>
            <a:r>
              <a:rPr lang="en-US" dirty="0"/>
              <a:t>Significant improvement opportunity in low performers</a:t>
            </a:r>
          </a:p>
          <a:p>
            <a:r>
              <a:rPr lang="en-US" dirty="0"/>
              <a:t>High sales does not always mean high attach 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77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1213C-A452-8FC5-5AD7-E04A8201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January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761BD-5B44-3DB0-3799-E2349ECB6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January attach % predicted at store level</a:t>
            </a:r>
          </a:p>
          <a:p>
            <a:r>
              <a:rPr lang="en-US" dirty="0"/>
              <a:t>Method used: last 3-month moving average</a:t>
            </a:r>
          </a:p>
          <a:p>
            <a:r>
              <a:rPr lang="en-US" dirty="0"/>
              <a:t>Suitable due to limited historical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34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6BB3-109D-BF36-BDF9-A9E93358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95CDA-95FA-A9E5-1B37-086C6E314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high-volume, low-attach stores</a:t>
            </a:r>
          </a:p>
          <a:p>
            <a:r>
              <a:rPr lang="en-US" dirty="0"/>
              <a:t>Replicate best practices from top stores</a:t>
            </a:r>
          </a:p>
          <a:p>
            <a:r>
              <a:rPr lang="en-IN" dirty="0"/>
              <a:t>Introduce attach-based incentives</a:t>
            </a:r>
          </a:p>
          <a:p>
            <a:r>
              <a:rPr lang="en-IN" dirty="0"/>
              <a:t>Conduct targeted sales training</a:t>
            </a:r>
          </a:p>
        </p:txBody>
      </p:sp>
    </p:spTree>
    <p:extLst>
      <p:ext uri="{BB962C8B-B14F-4D97-AF65-F5344CB8AC3E}">
        <p14:creationId xmlns:p14="http://schemas.microsoft.com/office/powerpoint/2010/main" val="1272107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153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Attach Percentage Analysis – Jumbo &amp; Company</vt:lpstr>
      <vt:lpstr>What is this task?</vt:lpstr>
      <vt:lpstr>Month-wise Analysis</vt:lpstr>
      <vt:lpstr>Branch-wise Analysis</vt:lpstr>
      <vt:lpstr>Store Performance</vt:lpstr>
      <vt:lpstr>January Prediction</vt:lpstr>
      <vt:lpstr>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Ketan Chauhan</dc:creator>
  <cp:lastModifiedBy>Ketan Chauhan</cp:lastModifiedBy>
  <cp:revision>1</cp:revision>
  <dcterms:created xsi:type="dcterms:W3CDTF">2025-12-15T05:35:40Z</dcterms:created>
  <dcterms:modified xsi:type="dcterms:W3CDTF">2025-12-15T05:52:20Z</dcterms:modified>
</cp:coreProperties>
</file>